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1" r:id="rId4"/>
    <p:sldId id="263" r:id="rId5"/>
    <p:sldId id="259" r:id="rId6"/>
    <p:sldId id="264" r:id="rId7"/>
    <p:sldId id="260" r:id="rId8"/>
    <p:sldId id="262" r:id="rId9"/>
    <p:sldId id="265" r:id="rId10"/>
    <p:sldId id="266" r:id="rId11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 krithika" userId="280362f358dfd609" providerId="LiveId" clId="{8844F5DF-F3D9-465E-A241-FDEBCDE3EDBF}"/>
    <pc:docChg chg="modSld">
      <pc:chgData name="s krithika" userId="280362f358dfd609" providerId="LiveId" clId="{8844F5DF-F3D9-465E-A241-FDEBCDE3EDBF}" dt="2026-01-12T08:58:33.620" v="4" actId="14100"/>
      <pc:docMkLst>
        <pc:docMk/>
      </pc:docMkLst>
      <pc:sldChg chg="modSp mod">
        <pc:chgData name="s krithika" userId="280362f358dfd609" providerId="LiveId" clId="{8844F5DF-F3D9-465E-A241-FDEBCDE3EDBF}" dt="2026-01-12T08:58:33.620" v="4" actId="14100"/>
        <pc:sldMkLst>
          <pc:docMk/>
          <pc:sldMk cId="0" sldId="256"/>
        </pc:sldMkLst>
        <pc:spChg chg="mod">
          <ac:chgData name="s krithika" userId="280362f358dfd609" providerId="LiveId" clId="{8844F5DF-F3D9-465E-A241-FDEBCDE3EDBF}" dt="2026-01-12T08:58:33.620" v="4" actId="14100"/>
          <ac:spMkLst>
            <pc:docMk/>
            <pc:sldMk cId="0" sldId="256"/>
            <ac:spMk id="9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6A4C777F-2D4D-1205-784B-2FCD92A65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>
            <a:extLst>
              <a:ext uri="{FF2B5EF4-FFF2-40B4-BE49-F238E27FC236}">
                <a16:creationId xmlns:a16="http://schemas.microsoft.com/office/drawing/2014/main" id="{C6542412-F7CB-5918-E94C-D1A3E43C62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5783DA2A-595F-067A-077A-AA5C71C046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31235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81B9FFBB-C892-2FB6-E763-AEDD49176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>
            <a:extLst>
              <a:ext uri="{FF2B5EF4-FFF2-40B4-BE49-F238E27FC236}">
                <a16:creationId xmlns:a16="http://schemas.microsoft.com/office/drawing/2014/main" id="{0F24D4F0-EFC6-8FAB-02B1-6BD6A2D786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E59BA173-37F6-311B-6908-51BBD323F7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86230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8BEF7835-6710-305B-4713-F2CEAAF32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>
            <a:extLst>
              <a:ext uri="{FF2B5EF4-FFF2-40B4-BE49-F238E27FC236}">
                <a16:creationId xmlns:a16="http://schemas.microsoft.com/office/drawing/2014/main" id="{36104882-3FAE-25FD-CF1B-42FAABFDC2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E75AB966-9384-DCCD-C15A-AD66A3BD1A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352342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CC6EBA20-52BC-13BB-1FF2-688751641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>
            <a:extLst>
              <a:ext uri="{FF2B5EF4-FFF2-40B4-BE49-F238E27FC236}">
                <a16:creationId xmlns:a16="http://schemas.microsoft.com/office/drawing/2014/main" id="{BD4F2988-8165-DD3B-B768-8F9752F7F6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3EC8D4B2-746B-D6FA-F258-774C38FEDF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4761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t="-38885" b="-3888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86" name="Google Shape;86;p13"/>
          <p:cNvGrpSpPr/>
          <p:nvPr/>
        </p:nvGrpSpPr>
        <p:grpSpPr>
          <a:xfrm>
            <a:off x="458891" y="2138291"/>
            <a:ext cx="4785953" cy="4785953"/>
            <a:chOff x="0" y="0"/>
            <a:chExt cx="812800" cy="812800"/>
          </a:xfrm>
        </p:grpSpPr>
        <p:sp>
          <p:nvSpPr>
            <p:cNvPr id="87" name="Google Shape;87;p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006CCD"/>
                </a:gs>
                <a:gs pos="100000">
                  <a:srgbClr val="F5AE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8" name="Google Shape;88;p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89" name="Google Shape;89;p13"/>
          <p:cNvGrpSpPr/>
          <p:nvPr/>
        </p:nvGrpSpPr>
        <p:grpSpPr>
          <a:xfrm rot="10310479">
            <a:off x="14991300" y="3224070"/>
            <a:ext cx="2229637" cy="2229637"/>
            <a:chOff x="0" y="0"/>
            <a:chExt cx="812800" cy="812800"/>
          </a:xfrm>
        </p:grpSpPr>
        <p:sp>
          <p:nvSpPr>
            <p:cNvPr id="90" name="Google Shape;90;p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006CCD"/>
                </a:gs>
                <a:gs pos="100000">
                  <a:srgbClr val="F5AE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1" name="Google Shape;91;p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92" name="Google Shape;92;p13"/>
          <p:cNvSpPr/>
          <p:nvPr/>
        </p:nvSpPr>
        <p:spPr>
          <a:xfrm>
            <a:off x="17259300" y="9056569"/>
            <a:ext cx="403461" cy="403461"/>
          </a:xfrm>
          <a:custGeom>
            <a:avLst/>
            <a:gdLst/>
            <a:ahLst/>
            <a:cxnLst/>
            <a:rect l="l" t="t" r="r" b="b"/>
            <a:pathLst>
              <a:path w="403461" h="403461" extrusionOk="0">
                <a:moveTo>
                  <a:pt x="0" y="0"/>
                </a:moveTo>
                <a:lnTo>
                  <a:pt x="403461" y="0"/>
                </a:lnTo>
                <a:lnTo>
                  <a:pt x="403461" y="403462"/>
                </a:lnTo>
                <a:lnTo>
                  <a:pt x="0" y="4034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1675765" y="2533650"/>
            <a:ext cx="14936470" cy="271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altLang="en-US" sz="7000" b="1">
                <a:solidFill>
                  <a:srgbClr val="3E67C8"/>
                </a:solidFill>
                <a:latin typeface="Times New Roman" panose="02020603050405020304" charset="0"/>
                <a:ea typeface="Montserrat Black"/>
                <a:cs typeface="Times New Roman" panose="02020603050405020304" charset="0"/>
                <a:sym typeface="Montserrat Black"/>
              </a:rPr>
              <a:t>LIBRARY MANAGEMENT SYSTEM</a:t>
            </a:r>
          </a:p>
        </p:txBody>
      </p:sp>
      <p:cxnSp>
        <p:nvCxnSpPr>
          <p:cNvPr id="94" name="Google Shape;94;p13"/>
          <p:cNvCxnSpPr>
            <a:cxnSpLocks/>
          </p:cNvCxnSpPr>
          <p:nvPr/>
        </p:nvCxnSpPr>
        <p:spPr>
          <a:xfrm>
            <a:off x="0" y="1717649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3E67C8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95" name="Google Shape;95;p13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3090761" y="473791"/>
            <a:ext cx="4572000" cy="85692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1276285" y="8383544"/>
            <a:ext cx="6186400" cy="673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GB" sz="3000" b="1" dirty="0">
                <a:solidFill>
                  <a:srgbClr val="C00000"/>
                </a:solidFill>
                <a:latin typeface="Times New Roman" panose="02020603050405020304" pitchFamily="18" charset="0"/>
                <a:ea typeface="ADLaM Display" panose="02010000000000000000"/>
                <a:cs typeface="Times New Roman" panose="02020603050405020304" pitchFamily="18" charset="0"/>
                <a:sym typeface="ADLaM Display" panose="02010000000000000000"/>
              </a:rPr>
              <a:t>S KRITHIKA - RA2311003020416</a:t>
            </a:r>
          </a:p>
        </p:txBody>
      </p:sp>
      <p:pic>
        <p:nvPicPr>
          <p:cNvPr id="97" name="Google Shape;97;p13" descr="SRM Logo - LogoDix"/>
          <p:cNvPicPr preferRelativeResize="0"/>
          <p:nvPr/>
        </p:nvPicPr>
        <p:blipFill rotWithShape="1">
          <a:blip r:embed="rId6"/>
          <a:srcRect t="22197" b="19397"/>
          <a:stretch>
            <a:fillRect/>
          </a:stretch>
        </p:blipFill>
        <p:spPr>
          <a:xfrm>
            <a:off x="907574" y="552920"/>
            <a:ext cx="2569476" cy="85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/>
          <p:nvPr/>
        </p:nvSpPr>
        <p:spPr>
          <a:xfrm>
            <a:off x="0" y="1632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t="-38885" b="-3888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03" name="Google Shape;103;p14"/>
          <p:cNvCxnSpPr>
            <a:cxnSpLocks/>
          </p:cNvCxnSpPr>
          <p:nvPr/>
        </p:nvCxnSpPr>
        <p:spPr>
          <a:xfrm>
            <a:off x="0" y="1717649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3E67C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4" name="Google Shape;104;p14"/>
          <p:cNvSpPr txBox="1"/>
          <p:nvPr/>
        </p:nvSpPr>
        <p:spPr>
          <a:xfrm>
            <a:off x="5939953" y="4954977"/>
            <a:ext cx="38415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781302" y="4954977"/>
            <a:ext cx="29178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9781302" y="3848100"/>
            <a:ext cx="29178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5939953" y="3848100"/>
            <a:ext cx="38415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9781302" y="6061854"/>
            <a:ext cx="29178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5939953" y="6061854"/>
            <a:ext cx="38415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380203" y="8125297"/>
            <a:ext cx="3401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1" name="Google Shape;111;p14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3090761" y="473791"/>
            <a:ext cx="4572000" cy="856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SRM Logo - LogoDix"/>
          <p:cNvPicPr preferRelativeResize="0"/>
          <p:nvPr/>
        </p:nvPicPr>
        <p:blipFill rotWithShape="1">
          <a:blip r:embed="rId5"/>
          <a:srcRect t="22197" b="19397"/>
          <a:stretch>
            <a:fillRect/>
          </a:stretch>
        </p:blipFill>
        <p:spPr>
          <a:xfrm>
            <a:off x="907574" y="552920"/>
            <a:ext cx="2569476" cy="8568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Box 0"/>
          <p:cNvSpPr txBox="1"/>
          <p:nvPr/>
        </p:nvSpPr>
        <p:spPr>
          <a:xfrm>
            <a:off x="992505" y="1971040"/>
            <a:ext cx="16453485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5000" b="1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 CREATE O</a:t>
            </a:r>
            <a:r>
              <a:rPr lang="en-GB" altLang="en-US" sz="5000" b="1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PERATION</a:t>
            </a:r>
            <a:r>
              <a:rPr lang="en-US" altLang="en-GB" sz="5000" b="1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 (Table Creation)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8919210" y="2991485"/>
            <a:ext cx="8485505" cy="71189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To define the structure of the database tables.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To store book and issue-related information.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To establish relationships between tables.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books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 table stores book details.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issued_books 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table stores issued book details.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book_id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 is the primary key.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Foreign key ensures data consistency.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available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 column tracks book status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2095" y="3335655"/>
            <a:ext cx="5850255" cy="222186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2095" y="6252845"/>
            <a:ext cx="5849620" cy="294386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55380" y="7774305"/>
            <a:ext cx="6672580" cy="22110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/>
          <p:nvPr/>
        </p:nvSpPr>
        <p:spPr>
          <a:xfrm>
            <a:off x="0" y="1632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t="-38885" b="-3888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03" name="Google Shape;103;p14"/>
          <p:cNvCxnSpPr>
            <a:cxnSpLocks/>
          </p:cNvCxnSpPr>
          <p:nvPr/>
        </p:nvCxnSpPr>
        <p:spPr>
          <a:xfrm>
            <a:off x="0" y="1688153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3E67C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4" name="Google Shape;104;p14"/>
          <p:cNvSpPr txBox="1"/>
          <p:nvPr/>
        </p:nvSpPr>
        <p:spPr>
          <a:xfrm>
            <a:off x="5939953" y="4954977"/>
            <a:ext cx="38415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781302" y="4954977"/>
            <a:ext cx="29178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9781302" y="3848100"/>
            <a:ext cx="29178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5939953" y="3848100"/>
            <a:ext cx="38415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9781302" y="6061854"/>
            <a:ext cx="29178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5939953" y="6061854"/>
            <a:ext cx="38415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380203" y="8125297"/>
            <a:ext cx="3401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1" name="Google Shape;111;p14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3090761" y="473791"/>
            <a:ext cx="4572000" cy="856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SRM Logo - LogoDix"/>
          <p:cNvPicPr preferRelativeResize="0"/>
          <p:nvPr/>
        </p:nvPicPr>
        <p:blipFill rotWithShape="1">
          <a:blip r:embed="rId5"/>
          <a:srcRect t="22197" b="19397"/>
          <a:stretch>
            <a:fillRect/>
          </a:stretch>
        </p:blipFill>
        <p:spPr>
          <a:xfrm>
            <a:off x="907574" y="552920"/>
            <a:ext cx="2569476" cy="8568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Box 0"/>
          <p:cNvSpPr txBox="1"/>
          <p:nvPr/>
        </p:nvSpPr>
        <p:spPr>
          <a:xfrm>
            <a:off x="2416576" y="1793096"/>
            <a:ext cx="13952688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en-US" sz="5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INSERT </a:t>
            </a:r>
            <a:r>
              <a:rPr lang="en-US" altLang="en-GB" sz="5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O</a:t>
            </a:r>
            <a:r>
              <a:rPr lang="en-GB" altLang="en-US" sz="5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PERATION (ADD)</a:t>
            </a:r>
            <a:r>
              <a:rPr lang="en-US" altLang="en-GB" sz="5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9447874" y="3471545"/>
            <a:ext cx="8485505" cy="5588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GB" sz="2600" dirty="0">
                <a:latin typeface="Times New Roman" panose="02020603050405020304" charset="0"/>
                <a:cs typeface="Times New Roman" panose="02020603050405020304" charset="0"/>
              </a:rPr>
              <a:t>To add new books into the library.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GB" sz="2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GB" sz="2600" dirty="0">
                <a:latin typeface="Times New Roman" panose="02020603050405020304" charset="0"/>
                <a:cs typeface="Times New Roman" panose="02020603050405020304" charset="0"/>
              </a:rPr>
              <a:t>To record issued books and issue details.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GB" sz="2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GB" sz="2600" dirty="0">
                <a:latin typeface="Times New Roman" panose="02020603050405020304" charset="0"/>
                <a:cs typeface="Times New Roman" panose="02020603050405020304" charset="0"/>
              </a:rPr>
              <a:t>New book details are stored in </a:t>
            </a:r>
            <a:r>
              <a:rPr lang="en-US" altLang="en-GB" sz="2600" b="1" dirty="0">
                <a:latin typeface="Times New Roman" panose="02020603050405020304" charset="0"/>
                <a:cs typeface="Times New Roman" panose="02020603050405020304" charset="0"/>
              </a:rPr>
              <a:t>books</a:t>
            </a:r>
            <a:r>
              <a:rPr lang="en-US" altLang="en-GB" sz="2600" dirty="0">
                <a:latin typeface="Times New Roman" panose="02020603050405020304" charset="0"/>
                <a:cs typeface="Times New Roman" panose="02020603050405020304" charset="0"/>
              </a:rPr>
              <a:t> table.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GB" sz="2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GB" sz="2600" dirty="0">
                <a:latin typeface="Times New Roman" panose="02020603050405020304" charset="0"/>
                <a:cs typeface="Times New Roman" panose="02020603050405020304" charset="0"/>
              </a:rPr>
              <a:t>Issued book details are stored in </a:t>
            </a:r>
            <a:r>
              <a:rPr lang="en-US" altLang="en-GB" sz="2600" b="1" dirty="0" err="1">
                <a:latin typeface="Times New Roman" panose="02020603050405020304" charset="0"/>
                <a:cs typeface="Times New Roman" panose="02020603050405020304" charset="0"/>
              </a:rPr>
              <a:t>issued_books</a:t>
            </a:r>
            <a:r>
              <a:rPr lang="en-US" altLang="en-GB" sz="2600" b="1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GB" sz="2600" dirty="0">
                <a:latin typeface="Times New Roman" panose="02020603050405020304" charset="0"/>
                <a:cs typeface="Times New Roman" panose="02020603050405020304" charset="0"/>
              </a:rPr>
              <a:t>table.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GB" sz="2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GB" sz="2600" dirty="0" err="1">
                <a:latin typeface="Times New Roman" panose="02020603050405020304" charset="0"/>
                <a:cs typeface="Times New Roman" panose="02020603050405020304" charset="0"/>
              </a:rPr>
              <a:t>PreparedStatement</a:t>
            </a:r>
            <a:r>
              <a:rPr lang="en-US" altLang="en-GB" sz="2600" dirty="0">
                <a:latin typeface="Times New Roman" panose="02020603050405020304" charset="0"/>
                <a:cs typeface="Times New Roman" panose="02020603050405020304" charset="0"/>
              </a:rPr>
              <a:t> is used for security.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GB" sz="2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GB" sz="2600" dirty="0">
                <a:latin typeface="Times New Roman" panose="02020603050405020304" charset="0"/>
                <a:cs typeface="Times New Roman" panose="02020603050405020304" charset="0"/>
              </a:rPr>
              <a:t>Default availability is set to </a:t>
            </a:r>
            <a:r>
              <a:rPr lang="en-US" altLang="en-GB" sz="2600" b="1" dirty="0">
                <a:latin typeface="Times New Roman" panose="02020603050405020304" charset="0"/>
                <a:cs typeface="Times New Roman" panose="02020603050405020304" charset="0"/>
              </a:rPr>
              <a:t>true.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GB" sz="2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GB" sz="2600" dirty="0">
                <a:latin typeface="Times New Roman" panose="02020603050405020304" charset="0"/>
                <a:cs typeface="Times New Roman" panose="02020603050405020304" charset="0"/>
              </a:rPr>
              <a:t>Issue date is stored using </a:t>
            </a:r>
            <a:r>
              <a:rPr lang="en-US" altLang="en-GB" sz="2600" b="1" dirty="0">
                <a:latin typeface="Times New Roman" panose="02020603050405020304" charset="0"/>
                <a:cs typeface="Times New Roman" panose="02020603050405020304" charset="0"/>
              </a:rPr>
              <a:t>CURDATE()</a:t>
            </a:r>
            <a:r>
              <a:rPr lang="en-US" altLang="en-GB" sz="2600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GB" sz="2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rcRect b="11822"/>
          <a:stretch>
            <a:fillRect/>
          </a:stretch>
        </p:blipFill>
        <p:spPr>
          <a:xfrm>
            <a:off x="554355" y="3471545"/>
            <a:ext cx="8128000" cy="52857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DD9FCE9E-3718-2912-7743-E44E956AB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8179A787-4537-9537-E25E-ED110586F2C3}"/>
              </a:ext>
            </a:extLst>
          </p:cNvPr>
          <p:cNvSpPr/>
          <p:nvPr/>
        </p:nvSpPr>
        <p:spPr>
          <a:xfrm>
            <a:off x="0" y="-9267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t="-38885" b="-3888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03" name="Google Shape;103;p14">
            <a:extLst>
              <a:ext uri="{FF2B5EF4-FFF2-40B4-BE49-F238E27FC236}">
                <a16:creationId xmlns:a16="http://schemas.microsoft.com/office/drawing/2014/main" id="{554F41D1-3808-BF5A-2C1A-D47395A76272}"/>
              </a:ext>
            </a:extLst>
          </p:cNvPr>
          <p:cNvCxnSpPr>
            <a:cxnSpLocks/>
          </p:cNvCxnSpPr>
          <p:nvPr/>
        </p:nvCxnSpPr>
        <p:spPr>
          <a:xfrm>
            <a:off x="0" y="1717649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3E67C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4" name="Google Shape;104;p14">
            <a:extLst>
              <a:ext uri="{FF2B5EF4-FFF2-40B4-BE49-F238E27FC236}">
                <a16:creationId xmlns:a16="http://schemas.microsoft.com/office/drawing/2014/main" id="{0ADF1A07-C073-577A-315B-BBB0B1B345EF}"/>
              </a:ext>
            </a:extLst>
          </p:cNvPr>
          <p:cNvSpPr txBox="1"/>
          <p:nvPr/>
        </p:nvSpPr>
        <p:spPr>
          <a:xfrm>
            <a:off x="5939953" y="4954977"/>
            <a:ext cx="38415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E41C3CC7-35D9-5306-E242-AF394C14BE78}"/>
              </a:ext>
            </a:extLst>
          </p:cNvPr>
          <p:cNvSpPr txBox="1"/>
          <p:nvPr/>
        </p:nvSpPr>
        <p:spPr>
          <a:xfrm>
            <a:off x="9781302" y="4954977"/>
            <a:ext cx="29178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029D209B-09F4-8D6F-8A04-1F7881D4E201}"/>
              </a:ext>
            </a:extLst>
          </p:cNvPr>
          <p:cNvSpPr txBox="1"/>
          <p:nvPr/>
        </p:nvSpPr>
        <p:spPr>
          <a:xfrm>
            <a:off x="9781302" y="3848100"/>
            <a:ext cx="29178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990B8A13-AA12-6B5A-1BF2-8D2F3A988FBA}"/>
              </a:ext>
            </a:extLst>
          </p:cNvPr>
          <p:cNvSpPr txBox="1"/>
          <p:nvPr/>
        </p:nvSpPr>
        <p:spPr>
          <a:xfrm>
            <a:off x="5939953" y="3848100"/>
            <a:ext cx="38415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4">
            <a:extLst>
              <a:ext uri="{FF2B5EF4-FFF2-40B4-BE49-F238E27FC236}">
                <a16:creationId xmlns:a16="http://schemas.microsoft.com/office/drawing/2014/main" id="{75575801-F6EA-EDBC-155A-575A3F40C237}"/>
              </a:ext>
            </a:extLst>
          </p:cNvPr>
          <p:cNvSpPr txBox="1"/>
          <p:nvPr/>
        </p:nvSpPr>
        <p:spPr>
          <a:xfrm>
            <a:off x="9781302" y="6061854"/>
            <a:ext cx="29178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4">
            <a:extLst>
              <a:ext uri="{FF2B5EF4-FFF2-40B4-BE49-F238E27FC236}">
                <a16:creationId xmlns:a16="http://schemas.microsoft.com/office/drawing/2014/main" id="{E63D398A-D196-F475-1049-992A2CFFEFA2}"/>
              </a:ext>
            </a:extLst>
          </p:cNvPr>
          <p:cNvSpPr txBox="1"/>
          <p:nvPr/>
        </p:nvSpPr>
        <p:spPr>
          <a:xfrm>
            <a:off x="5939953" y="6061854"/>
            <a:ext cx="38415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4">
            <a:extLst>
              <a:ext uri="{FF2B5EF4-FFF2-40B4-BE49-F238E27FC236}">
                <a16:creationId xmlns:a16="http://schemas.microsoft.com/office/drawing/2014/main" id="{2C0FCD4E-FACC-C133-1006-016BEB9C1E3E}"/>
              </a:ext>
            </a:extLst>
          </p:cNvPr>
          <p:cNvSpPr txBox="1"/>
          <p:nvPr/>
        </p:nvSpPr>
        <p:spPr>
          <a:xfrm>
            <a:off x="6380203" y="8125297"/>
            <a:ext cx="3401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1" name="Google Shape;111;p14">
            <a:extLst>
              <a:ext uri="{FF2B5EF4-FFF2-40B4-BE49-F238E27FC236}">
                <a16:creationId xmlns:a16="http://schemas.microsoft.com/office/drawing/2014/main" id="{0A5731D8-B14F-03FE-FF5A-78F6E1871950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3090761" y="473791"/>
            <a:ext cx="4572000" cy="856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SRM Logo - LogoDix">
            <a:extLst>
              <a:ext uri="{FF2B5EF4-FFF2-40B4-BE49-F238E27FC236}">
                <a16:creationId xmlns:a16="http://schemas.microsoft.com/office/drawing/2014/main" id="{B02E869B-1C80-F43A-3E28-22897E8C0E05}"/>
              </a:ext>
            </a:extLst>
          </p:cNvPr>
          <p:cNvPicPr preferRelativeResize="0"/>
          <p:nvPr/>
        </p:nvPicPr>
        <p:blipFill rotWithShape="1">
          <a:blip r:embed="rId5"/>
          <a:srcRect t="22197" b="19397"/>
          <a:stretch>
            <a:fillRect/>
          </a:stretch>
        </p:blipFill>
        <p:spPr>
          <a:xfrm>
            <a:off x="907574" y="552920"/>
            <a:ext cx="2569476" cy="8568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Box 0">
            <a:extLst>
              <a:ext uri="{FF2B5EF4-FFF2-40B4-BE49-F238E27FC236}">
                <a16:creationId xmlns:a16="http://schemas.microsoft.com/office/drawing/2014/main" id="{04C410E9-3E48-4C9B-4715-3677D9D4BB2D}"/>
              </a:ext>
            </a:extLst>
          </p:cNvPr>
          <p:cNvSpPr txBox="1"/>
          <p:nvPr/>
        </p:nvSpPr>
        <p:spPr>
          <a:xfrm>
            <a:off x="2416576" y="1793096"/>
            <a:ext cx="13952688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en-US" sz="5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INSERT </a:t>
            </a:r>
            <a:r>
              <a:rPr lang="en-US" altLang="en-GB" sz="5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O</a:t>
            </a:r>
            <a:r>
              <a:rPr lang="en-GB" altLang="en-US" sz="5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PERATION (ADD)</a:t>
            </a:r>
            <a:r>
              <a:rPr lang="en-US" altLang="en-GB" sz="5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0252F4-A35E-1942-58DB-EABBC20A48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6188" y="3478267"/>
            <a:ext cx="7435624" cy="25970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98156B-27B6-8FC6-2B84-C5A05328BFE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2796"/>
          <a:stretch>
            <a:fillRect/>
          </a:stretch>
        </p:blipFill>
        <p:spPr>
          <a:xfrm>
            <a:off x="4557353" y="6758670"/>
            <a:ext cx="9173294" cy="2595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960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/>
          <p:nvPr/>
        </p:nvSpPr>
        <p:spPr>
          <a:xfrm>
            <a:off x="0" y="1632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t="-38885" b="-3888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03" name="Google Shape;103;p14"/>
          <p:cNvCxnSpPr>
            <a:cxnSpLocks/>
          </p:cNvCxnSpPr>
          <p:nvPr/>
        </p:nvCxnSpPr>
        <p:spPr>
          <a:xfrm>
            <a:off x="0" y="1717649"/>
            <a:ext cx="18168079" cy="0"/>
          </a:xfrm>
          <a:prstGeom prst="straightConnector1">
            <a:avLst/>
          </a:prstGeom>
          <a:noFill/>
          <a:ln w="38100" cap="flat" cmpd="sng">
            <a:solidFill>
              <a:srgbClr val="3E67C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4" name="Google Shape;104;p14"/>
          <p:cNvSpPr txBox="1"/>
          <p:nvPr/>
        </p:nvSpPr>
        <p:spPr>
          <a:xfrm>
            <a:off x="5939953" y="4954977"/>
            <a:ext cx="38415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781302" y="4954977"/>
            <a:ext cx="29178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9781302" y="3848100"/>
            <a:ext cx="29178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5939953" y="3848100"/>
            <a:ext cx="38415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9781302" y="6061854"/>
            <a:ext cx="29178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5939953" y="6061854"/>
            <a:ext cx="38415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380203" y="8125297"/>
            <a:ext cx="3401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1" name="Google Shape;111;p14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3090761" y="473791"/>
            <a:ext cx="4572000" cy="856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SRM Logo - LogoDix"/>
          <p:cNvPicPr preferRelativeResize="0"/>
          <p:nvPr/>
        </p:nvPicPr>
        <p:blipFill rotWithShape="1">
          <a:blip r:embed="rId5"/>
          <a:srcRect t="22197" b="19397"/>
          <a:stretch>
            <a:fillRect/>
          </a:stretch>
        </p:blipFill>
        <p:spPr>
          <a:xfrm>
            <a:off x="907574" y="552920"/>
            <a:ext cx="2569476" cy="8568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Box 0"/>
          <p:cNvSpPr txBox="1"/>
          <p:nvPr/>
        </p:nvSpPr>
        <p:spPr>
          <a:xfrm>
            <a:off x="992505" y="1971040"/>
            <a:ext cx="16453485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5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GB" altLang="en-US" sz="5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UPDATE</a:t>
            </a:r>
            <a:r>
              <a:rPr lang="en-US" altLang="en-GB" sz="5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 O</a:t>
            </a:r>
            <a:r>
              <a:rPr lang="en-GB" altLang="en-US" sz="5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PERATION (ISSUE)</a:t>
            </a:r>
            <a:endParaRPr lang="en-US" altLang="en-GB" sz="5000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8854942" y="3848100"/>
            <a:ext cx="7996555" cy="47682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GB" sz="2800" dirty="0">
                <a:latin typeface="Times New Roman" panose="02020603050405020304" charset="0"/>
                <a:cs typeface="Times New Roman" panose="02020603050405020304" charset="0"/>
              </a:rPr>
              <a:t>To change book availability status.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GB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GB" sz="2800" dirty="0">
                <a:latin typeface="Times New Roman" panose="02020603050405020304" charset="0"/>
                <a:cs typeface="Times New Roman" panose="02020603050405020304" charset="0"/>
              </a:rPr>
              <a:t>To manage issuing and returning of books.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GB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GB" sz="2800" dirty="0">
                <a:latin typeface="Times New Roman" panose="02020603050405020304" charset="0"/>
                <a:cs typeface="Times New Roman" panose="02020603050405020304" charset="0"/>
              </a:rPr>
              <a:t>Availability set to</a:t>
            </a:r>
            <a:r>
              <a:rPr lang="en-US" altLang="en-GB" sz="2800" b="1" dirty="0">
                <a:latin typeface="Times New Roman" panose="02020603050405020304" charset="0"/>
                <a:cs typeface="Times New Roman" panose="02020603050405020304" charset="0"/>
              </a:rPr>
              <a:t> false</a:t>
            </a:r>
            <a:r>
              <a:rPr lang="en-US" altLang="en-GB" sz="2800" dirty="0">
                <a:latin typeface="Times New Roman" panose="02020603050405020304" charset="0"/>
                <a:cs typeface="Times New Roman" panose="02020603050405020304" charset="0"/>
              </a:rPr>
              <a:t> when issued.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GB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GB" sz="2800" dirty="0">
                <a:latin typeface="Times New Roman" panose="02020603050405020304" charset="0"/>
                <a:cs typeface="Times New Roman" panose="02020603050405020304" charset="0"/>
              </a:rPr>
              <a:t>Availability set to </a:t>
            </a:r>
            <a:r>
              <a:rPr lang="en-US" altLang="en-GB" sz="2800" b="1" dirty="0">
                <a:latin typeface="Times New Roman" panose="02020603050405020304" charset="0"/>
                <a:cs typeface="Times New Roman" panose="02020603050405020304" charset="0"/>
              </a:rPr>
              <a:t>true</a:t>
            </a:r>
            <a:r>
              <a:rPr lang="en-US" altLang="en-GB" sz="2800" dirty="0">
                <a:latin typeface="Times New Roman" panose="02020603050405020304" charset="0"/>
                <a:cs typeface="Times New Roman" panose="02020603050405020304" charset="0"/>
              </a:rPr>
              <a:t> when returned.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GB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GB" sz="2800" dirty="0">
                <a:latin typeface="Times New Roman" panose="02020603050405020304" charset="0"/>
                <a:cs typeface="Times New Roman" panose="02020603050405020304" charset="0"/>
              </a:rPr>
              <a:t>Prevents issuing an already issued book.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GB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GB" sz="2800" dirty="0">
                <a:latin typeface="Times New Roman" panose="02020603050405020304" charset="0"/>
                <a:cs typeface="Times New Roman" panose="02020603050405020304" charset="0"/>
              </a:rPr>
              <a:t>Ensures real-time book status tracking.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GB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4748" y="3084855"/>
            <a:ext cx="6295759" cy="66492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72406288-24B5-AD98-95E6-C6D239759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B7D13F5C-AB0E-BFD7-D3AA-4235C8BE9B8E}"/>
              </a:ext>
            </a:extLst>
          </p:cNvPr>
          <p:cNvSpPr/>
          <p:nvPr/>
        </p:nvSpPr>
        <p:spPr>
          <a:xfrm>
            <a:off x="0" y="1632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t="-38885" b="-3888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03" name="Google Shape;103;p14">
            <a:extLst>
              <a:ext uri="{FF2B5EF4-FFF2-40B4-BE49-F238E27FC236}">
                <a16:creationId xmlns:a16="http://schemas.microsoft.com/office/drawing/2014/main" id="{AAC5FF8B-8860-36BE-FA25-6198B2D77CF6}"/>
              </a:ext>
            </a:extLst>
          </p:cNvPr>
          <p:cNvCxnSpPr>
            <a:cxnSpLocks/>
          </p:cNvCxnSpPr>
          <p:nvPr/>
        </p:nvCxnSpPr>
        <p:spPr>
          <a:xfrm>
            <a:off x="0" y="1717649"/>
            <a:ext cx="18168079" cy="0"/>
          </a:xfrm>
          <a:prstGeom prst="straightConnector1">
            <a:avLst/>
          </a:prstGeom>
          <a:noFill/>
          <a:ln w="38100" cap="flat" cmpd="sng">
            <a:solidFill>
              <a:srgbClr val="3E67C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4" name="Google Shape;104;p14">
            <a:extLst>
              <a:ext uri="{FF2B5EF4-FFF2-40B4-BE49-F238E27FC236}">
                <a16:creationId xmlns:a16="http://schemas.microsoft.com/office/drawing/2014/main" id="{029D02FA-B02E-4479-24DE-739C6EEF97A9}"/>
              </a:ext>
            </a:extLst>
          </p:cNvPr>
          <p:cNvSpPr txBox="1"/>
          <p:nvPr/>
        </p:nvSpPr>
        <p:spPr>
          <a:xfrm>
            <a:off x="5939953" y="4954977"/>
            <a:ext cx="38415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C31DF870-7117-E29D-01D9-C2B2A96F13E5}"/>
              </a:ext>
            </a:extLst>
          </p:cNvPr>
          <p:cNvSpPr txBox="1"/>
          <p:nvPr/>
        </p:nvSpPr>
        <p:spPr>
          <a:xfrm>
            <a:off x="9781302" y="4954977"/>
            <a:ext cx="29178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E7EBE371-BC17-C823-C271-E71FA2E3FE12}"/>
              </a:ext>
            </a:extLst>
          </p:cNvPr>
          <p:cNvSpPr txBox="1"/>
          <p:nvPr/>
        </p:nvSpPr>
        <p:spPr>
          <a:xfrm>
            <a:off x="9781302" y="3848100"/>
            <a:ext cx="29178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E171D8AE-BBA1-FE67-54AB-DF672C8E53CA}"/>
              </a:ext>
            </a:extLst>
          </p:cNvPr>
          <p:cNvSpPr txBox="1"/>
          <p:nvPr/>
        </p:nvSpPr>
        <p:spPr>
          <a:xfrm>
            <a:off x="5939953" y="3848100"/>
            <a:ext cx="38415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4">
            <a:extLst>
              <a:ext uri="{FF2B5EF4-FFF2-40B4-BE49-F238E27FC236}">
                <a16:creationId xmlns:a16="http://schemas.microsoft.com/office/drawing/2014/main" id="{C24C9F81-409A-928F-5E33-E27B02EEF08D}"/>
              </a:ext>
            </a:extLst>
          </p:cNvPr>
          <p:cNvSpPr txBox="1"/>
          <p:nvPr/>
        </p:nvSpPr>
        <p:spPr>
          <a:xfrm>
            <a:off x="9781302" y="6061854"/>
            <a:ext cx="29178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4">
            <a:extLst>
              <a:ext uri="{FF2B5EF4-FFF2-40B4-BE49-F238E27FC236}">
                <a16:creationId xmlns:a16="http://schemas.microsoft.com/office/drawing/2014/main" id="{353FDDBB-F629-48ED-1CCC-7882C95FA035}"/>
              </a:ext>
            </a:extLst>
          </p:cNvPr>
          <p:cNvSpPr txBox="1"/>
          <p:nvPr/>
        </p:nvSpPr>
        <p:spPr>
          <a:xfrm>
            <a:off x="5939953" y="6061854"/>
            <a:ext cx="38415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4">
            <a:extLst>
              <a:ext uri="{FF2B5EF4-FFF2-40B4-BE49-F238E27FC236}">
                <a16:creationId xmlns:a16="http://schemas.microsoft.com/office/drawing/2014/main" id="{44454EE0-EA13-B5A2-FE1B-17D0E87C8DF9}"/>
              </a:ext>
            </a:extLst>
          </p:cNvPr>
          <p:cNvSpPr txBox="1"/>
          <p:nvPr/>
        </p:nvSpPr>
        <p:spPr>
          <a:xfrm>
            <a:off x="6380203" y="8125297"/>
            <a:ext cx="3401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1" name="Google Shape;111;p14">
            <a:extLst>
              <a:ext uri="{FF2B5EF4-FFF2-40B4-BE49-F238E27FC236}">
                <a16:creationId xmlns:a16="http://schemas.microsoft.com/office/drawing/2014/main" id="{40F2F5D1-C950-80D8-C6FF-2FF7F4AF2C0E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3090761" y="473791"/>
            <a:ext cx="4572000" cy="856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SRM Logo - LogoDix">
            <a:extLst>
              <a:ext uri="{FF2B5EF4-FFF2-40B4-BE49-F238E27FC236}">
                <a16:creationId xmlns:a16="http://schemas.microsoft.com/office/drawing/2014/main" id="{E7E70984-5ED0-7577-CF55-AB652402822E}"/>
              </a:ext>
            </a:extLst>
          </p:cNvPr>
          <p:cNvPicPr preferRelativeResize="0"/>
          <p:nvPr/>
        </p:nvPicPr>
        <p:blipFill rotWithShape="1">
          <a:blip r:embed="rId5"/>
          <a:srcRect t="22197" b="19397"/>
          <a:stretch>
            <a:fillRect/>
          </a:stretch>
        </p:blipFill>
        <p:spPr>
          <a:xfrm>
            <a:off x="907574" y="552920"/>
            <a:ext cx="2569476" cy="8568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Box 0">
            <a:extLst>
              <a:ext uri="{FF2B5EF4-FFF2-40B4-BE49-F238E27FC236}">
                <a16:creationId xmlns:a16="http://schemas.microsoft.com/office/drawing/2014/main" id="{0A79EA84-12D0-B7AC-8DBD-042B26FEABE0}"/>
              </a:ext>
            </a:extLst>
          </p:cNvPr>
          <p:cNvSpPr txBox="1"/>
          <p:nvPr/>
        </p:nvSpPr>
        <p:spPr>
          <a:xfrm>
            <a:off x="992505" y="1971040"/>
            <a:ext cx="16453485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5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GB" altLang="en-US" sz="5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UPDATE</a:t>
            </a:r>
            <a:r>
              <a:rPr lang="en-US" altLang="en-GB" sz="5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 O</a:t>
            </a:r>
            <a:r>
              <a:rPr lang="en-GB" altLang="en-US" sz="5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PERATION (ISSUE)</a:t>
            </a:r>
            <a:endParaRPr lang="en-US" altLang="en-GB" sz="5000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0526B7-E85E-6980-58CB-BF2907E967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0547" y="3241973"/>
            <a:ext cx="7000292" cy="2552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DA25CB-FC03-D4CD-73B5-FF1142C837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6896" y="6395343"/>
            <a:ext cx="7907593" cy="2848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47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/>
          <p:nvPr/>
        </p:nvSpPr>
        <p:spPr>
          <a:xfrm>
            <a:off x="0" y="1632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t="-38885" b="-3888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03" name="Google Shape;103;p14"/>
          <p:cNvCxnSpPr>
            <a:cxnSpLocks/>
          </p:cNvCxnSpPr>
          <p:nvPr/>
        </p:nvCxnSpPr>
        <p:spPr>
          <a:xfrm>
            <a:off x="0" y="1717649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3E67C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4" name="Google Shape;104;p14"/>
          <p:cNvSpPr txBox="1"/>
          <p:nvPr/>
        </p:nvSpPr>
        <p:spPr>
          <a:xfrm>
            <a:off x="5939953" y="4954977"/>
            <a:ext cx="38415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781302" y="4954977"/>
            <a:ext cx="29178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9781302" y="3848100"/>
            <a:ext cx="29178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5939953" y="3848100"/>
            <a:ext cx="38415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9781302" y="6061854"/>
            <a:ext cx="29178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5939953" y="6061854"/>
            <a:ext cx="38415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380203" y="8125297"/>
            <a:ext cx="3401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1" name="Google Shape;111;p14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3090761" y="473791"/>
            <a:ext cx="4572000" cy="856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SRM Logo - LogoDix"/>
          <p:cNvPicPr preferRelativeResize="0"/>
          <p:nvPr/>
        </p:nvPicPr>
        <p:blipFill rotWithShape="1">
          <a:blip r:embed="rId5"/>
          <a:srcRect t="22197" b="19397"/>
          <a:stretch>
            <a:fillRect/>
          </a:stretch>
        </p:blipFill>
        <p:spPr>
          <a:xfrm>
            <a:off x="907574" y="552920"/>
            <a:ext cx="2569476" cy="8568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Box 0"/>
          <p:cNvSpPr txBox="1"/>
          <p:nvPr/>
        </p:nvSpPr>
        <p:spPr>
          <a:xfrm>
            <a:off x="992505" y="1971040"/>
            <a:ext cx="16453485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5000" b="1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GB" altLang="en-US" sz="5000" b="1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DELETE </a:t>
            </a:r>
            <a:r>
              <a:rPr lang="en-US" altLang="en-GB" sz="5000" b="1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O</a:t>
            </a:r>
            <a:r>
              <a:rPr lang="en-GB" altLang="en-US" sz="5000" b="1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PERATION</a:t>
            </a:r>
            <a:endParaRPr lang="en-US" altLang="en-GB" sz="5000" b="1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8919210" y="3598545"/>
            <a:ext cx="8485505" cy="45624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GB" sz="2200">
                <a:latin typeface="Times New Roman" panose="02020603050405020304" charset="0"/>
                <a:cs typeface="Times New Roman" panose="02020603050405020304" charset="0"/>
              </a:rPr>
              <a:t>To remove issued book records after return.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GB"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GB" sz="2200">
                <a:latin typeface="Times New Roman" panose="02020603050405020304" charset="0"/>
                <a:cs typeface="Times New Roman" panose="02020603050405020304" charset="0"/>
              </a:rPr>
              <a:t>To permanently delete books from the library.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GB"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GB" sz="2200">
                <a:latin typeface="Times New Roman" panose="02020603050405020304" charset="0"/>
                <a:cs typeface="Times New Roman" panose="02020603050405020304" charset="0"/>
              </a:rPr>
              <a:t>Issued record is deleted during return.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GB"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GB" sz="2200">
                <a:latin typeface="Times New Roman" panose="02020603050405020304" charset="0"/>
                <a:cs typeface="Times New Roman" panose="02020603050405020304" charset="0"/>
              </a:rPr>
              <a:t>Book can be removed permanently if needed.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GB"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GB" sz="2200">
                <a:latin typeface="Times New Roman" panose="02020603050405020304" charset="0"/>
                <a:cs typeface="Times New Roman" panose="02020603050405020304" charset="0"/>
              </a:rPr>
              <a:t>Ensures database remains clean.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GB"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GB" sz="2200">
                <a:latin typeface="Times New Roman" panose="02020603050405020304" charset="0"/>
                <a:cs typeface="Times New Roman" panose="02020603050405020304" charset="0"/>
              </a:rPr>
              <a:t>Checks if record exists before deletion.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GB" sz="22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1960" y="7455535"/>
            <a:ext cx="6352540" cy="2514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rcRect b="5694"/>
          <a:stretch>
            <a:fillRect/>
          </a:stretch>
        </p:blipFill>
        <p:spPr>
          <a:xfrm>
            <a:off x="738505" y="2950210"/>
            <a:ext cx="7734300" cy="63836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/>
          <p:nvPr/>
        </p:nvSpPr>
        <p:spPr>
          <a:xfrm>
            <a:off x="0" y="1632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t="-38885" b="-3888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03" name="Google Shape;103;p14"/>
          <p:cNvCxnSpPr>
            <a:cxnSpLocks/>
          </p:cNvCxnSpPr>
          <p:nvPr/>
        </p:nvCxnSpPr>
        <p:spPr>
          <a:xfrm>
            <a:off x="0" y="1717649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3E67C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4" name="Google Shape;104;p14"/>
          <p:cNvSpPr txBox="1"/>
          <p:nvPr/>
        </p:nvSpPr>
        <p:spPr>
          <a:xfrm>
            <a:off x="5939953" y="4954977"/>
            <a:ext cx="38415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781302" y="4954977"/>
            <a:ext cx="29178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9781302" y="3848100"/>
            <a:ext cx="29178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5939953" y="3848100"/>
            <a:ext cx="38415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9781302" y="6061854"/>
            <a:ext cx="29178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5939953" y="6061854"/>
            <a:ext cx="38415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380203" y="8125297"/>
            <a:ext cx="3401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1" name="Google Shape;111;p14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3090761" y="473791"/>
            <a:ext cx="4572000" cy="856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SRM Logo - LogoDix"/>
          <p:cNvPicPr preferRelativeResize="0"/>
          <p:nvPr/>
        </p:nvPicPr>
        <p:blipFill rotWithShape="1">
          <a:blip r:embed="rId5"/>
          <a:srcRect t="22197" b="19397"/>
          <a:stretch>
            <a:fillRect/>
          </a:stretch>
        </p:blipFill>
        <p:spPr>
          <a:xfrm>
            <a:off x="907574" y="552920"/>
            <a:ext cx="2569476" cy="8568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Box 0"/>
          <p:cNvSpPr txBox="1"/>
          <p:nvPr/>
        </p:nvSpPr>
        <p:spPr>
          <a:xfrm>
            <a:off x="992505" y="1971040"/>
            <a:ext cx="16453485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5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GB" altLang="en-US" sz="5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RETURN </a:t>
            </a:r>
            <a:r>
              <a:rPr lang="en-US" altLang="en-GB" sz="5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O</a:t>
            </a:r>
            <a:r>
              <a:rPr lang="en-GB" altLang="en-US" sz="5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PERATION</a:t>
            </a:r>
            <a:endParaRPr lang="en-US" altLang="en-GB" sz="5000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8794815" y="3876466"/>
            <a:ext cx="8485505" cy="45624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GB" sz="2800" dirty="0">
                <a:latin typeface="Times New Roman" panose="02020603050405020304" charset="0"/>
                <a:cs typeface="Times New Roman" panose="02020603050405020304" charset="0"/>
              </a:rPr>
              <a:t>To remove issued book records after return.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GB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GB" sz="2800" dirty="0">
                <a:latin typeface="Times New Roman" panose="02020603050405020304" charset="0"/>
                <a:cs typeface="Times New Roman" panose="02020603050405020304" charset="0"/>
              </a:rPr>
              <a:t>To permanently delete books from the library.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GB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GB" sz="2800" dirty="0">
                <a:latin typeface="Times New Roman" panose="02020603050405020304" charset="0"/>
                <a:cs typeface="Times New Roman" panose="02020603050405020304" charset="0"/>
              </a:rPr>
              <a:t>Issued record is deleted during return.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GB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GB" sz="2800" dirty="0">
                <a:latin typeface="Times New Roman" panose="02020603050405020304" charset="0"/>
                <a:cs typeface="Times New Roman" panose="02020603050405020304" charset="0"/>
              </a:rPr>
              <a:t>Book can be removed permanently if needed.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GB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GB" sz="2800" dirty="0">
                <a:latin typeface="Times New Roman" panose="02020603050405020304" charset="0"/>
                <a:cs typeface="Times New Roman" panose="02020603050405020304" charset="0"/>
              </a:rPr>
              <a:t>Ensures database remains clean.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GB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GB" sz="2800" dirty="0">
                <a:latin typeface="Times New Roman" panose="02020603050405020304" charset="0"/>
                <a:cs typeface="Times New Roman" panose="02020603050405020304" charset="0"/>
              </a:rPr>
              <a:t>Checks if record exists before deletion.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GB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680" y="3418970"/>
            <a:ext cx="6912204" cy="60751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E730B9D2-7497-6580-56A4-2ED28DF12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DC57DAF7-2523-E3C6-D7A4-7A58CEC963DC}"/>
              </a:ext>
            </a:extLst>
          </p:cNvPr>
          <p:cNvSpPr/>
          <p:nvPr/>
        </p:nvSpPr>
        <p:spPr>
          <a:xfrm>
            <a:off x="0" y="1632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t="-38885" b="-3888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03" name="Google Shape;103;p14">
            <a:extLst>
              <a:ext uri="{FF2B5EF4-FFF2-40B4-BE49-F238E27FC236}">
                <a16:creationId xmlns:a16="http://schemas.microsoft.com/office/drawing/2014/main" id="{E0B1FB16-451B-3BA1-8A8E-D1CA911CB2F3}"/>
              </a:ext>
            </a:extLst>
          </p:cNvPr>
          <p:cNvCxnSpPr>
            <a:cxnSpLocks/>
          </p:cNvCxnSpPr>
          <p:nvPr/>
        </p:nvCxnSpPr>
        <p:spPr>
          <a:xfrm>
            <a:off x="0" y="1717649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3E67C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4" name="Google Shape;104;p14">
            <a:extLst>
              <a:ext uri="{FF2B5EF4-FFF2-40B4-BE49-F238E27FC236}">
                <a16:creationId xmlns:a16="http://schemas.microsoft.com/office/drawing/2014/main" id="{EAD9D9EE-1D15-DA01-2A6C-67ACABD66C03}"/>
              </a:ext>
            </a:extLst>
          </p:cNvPr>
          <p:cNvSpPr txBox="1"/>
          <p:nvPr/>
        </p:nvSpPr>
        <p:spPr>
          <a:xfrm>
            <a:off x="5939953" y="4954977"/>
            <a:ext cx="38415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293C4021-A1F6-8E8F-DB4A-1AD44B97FF09}"/>
              </a:ext>
            </a:extLst>
          </p:cNvPr>
          <p:cNvSpPr txBox="1"/>
          <p:nvPr/>
        </p:nvSpPr>
        <p:spPr>
          <a:xfrm>
            <a:off x="9781302" y="4954977"/>
            <a:ext cx="29178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670F3194-8E63-783C-3D85-4B707ACD9A02}"/>
              </a:ext>
            </a:extLst>
          </p:cNvPr>
          <p:cNvSpPr txBox="1"/>
          <p:nvPr/>
        </p:nvSpPr>
        <p:spPr>
          <a:xfrm>
            <a:off x="9781302" y="3848100"/>
            <a:ext cx="29178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7A2DEBA7-5844-09E8-4959-8A9533FEF11F}"/>
              </a:ext>
            </a:extLst>
          </p:cNvPr>
          <p:cNvSpPr txBox="1"/>
          <p:nvPr/>
        </p:nvSpPr>
        <p:spPr>
          <a:xfrm>
            <a:off x="5939953" y="3848100"/>
            <a:ext cx="38415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4">
            <a:extLst>
              <a:ext uri="{FF2B5EF4-FFF2-40B4-BE49-F238E27FC236}">
                <a16:creationId xmlns:a16="http://schemas.microsoft.com/office/drawing/2014/main" id="{E52F92E0-5E66-0D03-E83B-10346EBE6EB8}"/>
              </a:ext>
            </a:extLst>
          </p:cNvPr>
          <p:cNvSpPr txBox="1"/>
          <p:nvPr/>
        </p:nvSpPr>
        <p:spPr>
          <a:xfrm>
            <a:off x="9781302" y="6061854"/>
            <a:ext cx="29178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4">
            <a:extLst>
              <a:ext uri="{FF2B5EF4-FFF2-40B4-BE49-F238E27FC236}">
                <a16:creationId xmlns:a16="http://schemas.microsoft.com/office/drawing/2014/main" id="{97F7B60B-27D5-1848-CD93-F66C974724D6}"/>
              </a:ext>
            </a:extLst>
          </p:cNvPr>
          <p:cNvSpPr txBox="1"/>
          <p:nvPr/>
        </p:nvSpPr>
        <p:spPr>
          <a:xfrm>
            <a:off x="5939953" y="6061854"/>
            <a:ext cx="38415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1" name="Google Shape;111;p14">
            <a:extLst>
              <a:ext uri="{FF2B5EF4-FFF2-40B4-BE49-F238E27FC236}">
                <a16:creationId xmlns:a16="http://schemas.microsoft.com/office/drawing/2014/main" id="{393DE7FD-5519-F6BD-6939-BEBAD6334F0B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3090761" y="473791"/>
            <a:ext cx="4572000" cy="856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SRM Logo - LogoDix">
            <a:extLst>
              <a:ext uri="{FF2B5EF4-FFF2-40B4-BE49-F238E27FC236}">
                <a16:creationId xmlns:a16="http://schemas.microsoft.com/office/drawing/2014/main" id="{7DED8E55-3BEB-1A3C-A2D7-8979561EE1E4}"/>
              </a:ext>
            </a:extLst>
          </p:cNvPr>
          <p:cNvPicPr preferRelativeResize="0"/>
          <p:nvPr/>
        </p:nvPicPr>
        <p:blipFill rotWithShape="1">
          <a:blip r:embed="rId5"/>
          <a:srcRect t="22197" b="19397"/>
          <a:stretch>
            <a:fillRect/>
          </a:stretch>
        </p:blipFill>
        <p:spPr>
          <a:xfrm>
            <a:off x="907574" y="552920"/>
            <a:ext cx="2569476" cy="8568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Box 0">
            <a:extLst>
              <a:ext uri="{FF2B5EF4-FFF2-40B4-BE49-F238E27FC236}">
                <a16:creationId xmlns:a16="http://schemas.microsoft.com/office/drawing/2014/main" id="{0A23A204-16AF-5403-6C21-7CA58AC38375}"/>
              </a:ext>
            </a:extLst>
          </p:cNvPr>
          <p:cNvSpPr txBox="1"/>
          <p:nvPr/>
        </p:nvSpPr>
        <p:spPr>
          <a:xfrm>
            <a:off x="992505" y="1971040"/>
            <a:ext cx="16453485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5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GB" altLang="en-US" sz="5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RETURN </a:t>
            </a:r>
            <a:r>
              <a:rPr lang="en-US" altLang="en-GB" sz="5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O</a:t>
            </a:r>
            <a:r>
              <a:rPr lang="en-GB" altLang="en-US" sz="5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PERATION</a:t>
            </a:r>
            <a:endParaRPr lang="en-US" altLang="en-GB" sz="5000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5503D9-65C2-4438-BC49-5862D9097A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2362" y="3605601"/>
            <a:ext cx="5883275" cy="2641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D84AAA-E4B7-8E90-6721-078A03CE15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4425" y="6658245"/>
            <a:ext cx="8439150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624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01B2F683-745D-2AAF-3B9B-2F2601184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1900EE81-CC07-5683-DB8E-99E2F9506E20}"/>
              </a:ext>
            </a:extLst>
          </p:cNvPr>
          <p:cNvSpPr/>
          <p:nvPr/>
        </p:nvSpPr>
        <p:spPr>
          <a:xfrm>
            <a:off x="0" y="1632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t="-38885" b="-3888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03" name="Google Shape;103;p14">
            <a:extLst>
              <a:ext uri="{FF2B5EF4-FFF2-40B4-BE49-F238E27FC236}">
                <a16:creationId xmlns:a16="http://schemas.microsoft.com/office/drawing/2014/main" id="{A1F7BD62-FC90-C577-DA57-B51F697B97CF}"/>
              </a:ext>
            </a:extLst>
          </p:cNvPr>
          <p:cNvCxnSpPr>
            <a:cxnSpLocks/>
          </p:cNvCxnSpPr>
          <p:nvPr/>
        </p:nvCxnSpPr>
        <p:spPr>
          <a:xfrm>
            <a:off x="0" y="1717649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3E67C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4" name="Google Shape;104;p14">
            <a:extLst>
              <a:ext uri="{FF2B5EF4-FFF2-40B4-BE49-F238E27FC236}">
                <a16:creationId xmlns:a16="http://schemas.microsoft.com/office/drawing/2014/main" id="{E2D3C6BA-7916-E8B1-5EBE-FDF98F447E97}"/>
              </a:ext>
            </a:extLst>
          </p:cNvPr>
          <p:cNvSpPr txBox="1"/>
          <p:nvPr/>
        </p:nvSpPr>
        <p:spPr>
          <a:xfrm>
            <a:off x="5939953" y="4954977"/>
            <a:ext cx="38415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6D35822D-FC08-CBD6-7AB2-F032598AC86A}"/>
              </a:ext>
            </a:extLst>
          </p:cNvPr>
          <p:cNvSpPr txBox="1"/>
          <p:nvPr/>
        </p:nvSpPr>
        <p:spPr>
          <a:xfrm>
            <a:off x="9781302" y="4954977"/>
            <a:ext cx="29178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D3480E5E-1ADB-050F-53AC-7AC0089430B2}"/>
              </a:ext>
            </a:extLst>
          </p:cNvPr>
          <p:cNvSpPr txBox="1"/>
          <p:nvPr/>
        </p:nvSpPr>
        <p:spPr>
          <a:xfrm>
            <a:off x="9781302" y="3848100"/>
            <a:ext cx="29178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CD365F13-D81F-171B-3E9D-A0F8DB6887BC}"/>
              </a:ext>
            </a:extLst>
          </p:cNvPr>
          <p:cNvSpPr txBox="1"/>
          <p:nvPr/>
        </p:nvSpPr>
        <p:spPr>
          <a:xfrm>
            <a:off x="5939953" y="3848100"/>
            <a:ext cx="38415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4">
            <a:extLst>
              <a:ext uri="{FF2B5EF4-FFF2-40B4-BE49-F238E27FC236}">
                <a16:creationId xmlns:a16="http://schemas.microsoft.com/office/drawing/2014/main" id="{2E58F9F0-DDAA-4BFA-CE98-E9C0E35346D0}"/>
              </a:ext>
            </a:extLst>
          </p:cNvPr>
          <p:cNvSpPr txBox="1"/>
          <p:nvPr/>
        </p:nvSpPr>
        <p:spPr>
          <a:xfrm>
            <a:off x="9781302" y="6061854"/>
            <a:ext cx="29178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4">
            <a:extLst>
              <a:ext uri="{FF2B5EF4-FFF2-40B4-BE49-F238E27FC236}">
                <a16:creationId xmlns:a16="http://schemas.microsoft.com/office/drawing/2014/main" id="{5F2C9A07-3F5D-D449-2888-AE86CF0ED597}"/>
              </a:ext>
            </a:extLst>
          </p:cNvPr>
          <p:cNvSpPr txBox="1"/>
          <p:nvPr/>
        </p:nvSpPr>
        <p:spPr>
          <a:xfrm>
            <a:off x="5939953" y="6061854"/>
            <a:ext cx="38415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1" name="Google Shape;111;p14">
            <a:extLst>
              <a:ext uri="{FF2B5EF4-FFF2-40B4-BE49-F238E27FC236}">
                <a16:creationId xmlns:a16="http://schemas.microsoft.com/office/drawing/2014/main" id="{81F1B08D-28AC-95E8-3C03-835A1FFC8DF3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3090761" y="473791"/>
            <a:ext cx="4572000" cy="856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SRM Logo - LogoDix">
            <a:extLst>
              <a:ext uri="{FF2B5EF4-FFF2-40B4-BE49-F238E27FC236}">
                <a16:creationId xmlns:a16="http://schemas.microsoft.com/office/drawing/2014/main" id="{D8850EB6-AA71-BB79-9A8D-7487BC1D306B}"/>
              </a:ext>
            </a:extLst>
          </p:cNvPr>
          <p:cNvPicPr preferRelativeResize="0"/>
          <p:nvPr/>
        </p:nvPicPr>
        <p:blipFill rotWithShape="1">
          <a:blip r:embed="rId5"/>
          <a:srcRect t="22197" b="19397"/>
          <a:stretch>
            <a:fillRect/>
          </a:stretch>
        </p:blipFill>
        <p:spPr>
          <a:xfrm>
            <a:off x="907574" y="552920"/>
            <a:ext cx="2569476" cy="8568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9D1894-B956-7A83-1E72-633314ED49AE}"/>
              </a:ext>
            </a:extLst>
          </p:cNvPr>
          <p:cNvSpPr txBox="1"/>
          <p:nvPr/>
        </p:nvSpPr>
        <p:spPr>
          <a:xfrm>
            <a:off x="5094741" y="4872586"/>
            <a:ext cx="78698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  <a:endParaRPr lang="en-IN" sz="72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5220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295</Words>
  <Application>Microsoft Office PowerPoint</Application>
  <PresentationFormat>Custom</PresentationFormat>
  <Paragraphs>72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Times New Roman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krithika</dc:creator>
  <cp:lastModifiedBy>s krithika</cp:lastModifiedBy>
  <cp:revision>3</cp:revision>
  <dcterms:created xsi:type="dcterms:W3CDTF">2025-12-18T06:24:25Z</dcterms:created>
  <dcterms:modified xsi:type="dcterms:W3CDTF">2026-01-12T08:58:35Z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1C03B614EEC84FF7AC4CBAC89C30873E_13</vt:lpwstr>
  </property>
  <property fmtid="{D5CDD505-2E9C-101B-9397-08002B2CF9AE}" pid="3" name="KSOProductBuildVer">
    <vt:lpwstr>2057-12.2.0.23149</vt:lpwstr>
  </property>
</Properties>
</file>